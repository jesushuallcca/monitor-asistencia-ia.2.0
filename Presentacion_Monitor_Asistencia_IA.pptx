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MONITOR INTELIGENTE DE ASISTENCIA CON IA</a:t>
            </a:r>
          </a:p>
          <a:p>
            <a:pPr>
              <a:spcBef>
                <a:spcPts val="1400"/>
              </a:spcBef>
              <a:defRPr sz="1800">
                <a:solidFill>
                  <a:srgbClr val="94A3B8"/>
                </a:solidFill>
              </a:defRPr>
            </a:pPr>
            <a:r>
              <a:t>Arquitectura MySQL 8.x • FastAPI REST • Reconocimiento Facial • ML Predictivo • Chatbot con Voz</a:t>
            </a:r>
          </a:p>
          <a:p>
            <a:pPr>
              <a:spcBef>
                <a:spcPts val="4000"/>
              </a:spcBef>
              <a:defRPr sz="1400">
                <a:solidFill>
                  <a:srgbClr val="F8FAFC"/>
                </a:solidFill>
              </a:defRPr>
            </a:pPr>
            <a:r>
              <a:t>Exposición Oficial de Proyecto — Presentación por Equipo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MONITOR ASISTENCIA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Distribución del Equipo y Agenda de Exposición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Persona 1 (Jhoshef)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Login / BD MySQL / Seguridad / Auth Facial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Arquitectura FastAPI + MySQL 8.x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Modelo relacional (12 tablas)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Seguridad JWT (HS256) &amp; Bcrypt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Endpoint de Login &amp; Auth Biométrico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Persona 2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Asistencia / Cámara / IA Facial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Captura de imágenes &amp; OpenCV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Embeddings faciales &amp; Cosine Dist (0.65)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Algoritmo Anti-Suplantación (Liveness)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Check-in biométrico en tiempo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Persona 3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Machine Learning &amp; Predicciones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Métricas estadísticas &amp; ecuaciones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Modelo ML entrenado (.joblib)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Métricas realistas (Accuracy, F1)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Detección temprana de riesgo (Art. 42)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Persona 4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Chatbot / Dashboards / Caso Empresa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Problemática real &amp; solución SPA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Dashboard Profesor y Estudiante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Chatbot contextual seguro con voz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Modo adaptable a empresas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PERSONA 1 (JHOSHEF) — ARQUITECTURA Y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Arquitectura del Sistema &amp; FastAPI 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1. Arquitectura Desacoplada de 3 Capas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Frontend SPA Desacoplado: Desarrollado en HTML5, Vanilla CSS3 y JavaScript moderno semántico (Fetch API con Bearer JWT Tokens).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Backend Core FastAPI (Python 3.13): Framework asíncrono de alto rendimiento con validación estricta de esquemas Pydantic.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Base de Datos Relacional MySQL 8.x: Sustituto de Supabase, gobernado mediante SQLAlchemy ORM con pool de conexiones (pool_pre_ping=True).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Seguridad y RBAC: Autorización basada en roles (ADMINISTRADOR, PROFESOR, ESTUDIANTE) mediante firmas digitales JWT en cabecera HTTP.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Hardening &amp; Seguridad HTTP: Implementación de cabeceras X-Content-Type-Options, X-Frame-Options (DENY), XSS Protection y registro de auditoría.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PERSONA 1 (JHOSHEF) — BASE DE DATOS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Modelo de Datos MySQL (Esquema de 12 Tablas)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Tablas Oficiales Consolidadas en MySQL 8.x: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1. usuarios (id_usuario, nombres, apellidos, correo, password_hash, rol, estado)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2. estudiantes (id_estudiante, id_usuario, codigo_estudiante, carrera, ciclo)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3. profesores (id_profesor, id_usuario, codigo_profesor, especialidad)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4. cursos (id_curso, codigo, nombre, seccion, periodo_academico, modalidad, id_profesor)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5. matriculas (id_matricula, id_estudiante, id_curso, fecha_matricula)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6. horarios (id_horario, id_curso, dia_semana, hora_inicio, hora_fin, aula)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7. sesiones_asistencia (id_sesion, id_curso, fecha, hora_inicio, hora_fin, estado)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8. asistencias (id_asistencia, id_sesion, id_estudiante, estado, hora_registro, metodo_registro, confianza_facial, liveness)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9. datos_faciales (id_facial, id_estudiante, embedding JSON, ruta_imagen_referencia)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10. chatbot_historial | 11. reportes_generados | 12. auditoria (logs de eventos)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PERSONA 1 (JHOSHEF) — SEGURIDAD &amp; AUTH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Autenticación JWT, Bcrypt y Login Facial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Flujo de Autenticación y Login Biométrico: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Login Tradicional (POST /api/auth/login): Verificación de credenciales con hashing unidireccional Bcrypt (Passlib). Retorna access_token JWT.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Token Payload JWT: Incluye id_usuario (sub) y rol. Firmado criptográficamente con clave secreta HS256.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Login Facial Dual (POST /api/auth/face-login): Permite iniciar sesión directamente posicionando el rostro frente a la cámara web sin ingresar contraseña.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Auditoría Transaccional: Registro automático de eventos LOGIN_EXITOSO y LOGIN_FALLIDO en la tabla 'auditoria' de MySQL con IP del cliente.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PERSONA 2 — ASISTENCIA / CÁMARA / IA FACIAL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Detección Facial y Extracción de Embeddings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Motor de Visión Computacional &amp; Vectores Faciales: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Red Neuronal Deep Learning (FaceNet): Modelo de extracción biométrica que convierte la imagen del rostro en un vector flotante (embedding) de alta dimensión.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Métrica de Distancia Coseno: Comparación matemática entre el vector capturado en la cámara y el almacenado en la tabla datos_faciales de MySQL.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Umbral Coseno Optimizado (Cosine Distance Threshold = 0.65): Configurado para garantizar alta tasa de aciertos y cero falsos positivos.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Registro de Vectores: Almacenamiento serializado JSON del embedding en la base de datos MySQL relacional.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PERSONA 2 — PRUEBA DE VIDA Y LIVENESS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Prueba de Vida (Liveness Detection) Anti-Suplantación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Mecanismos de Protección Anti-Fraudulentos: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Detección de Parpadeo (Eye-Blink Aspect Ratio - EAR): Mide la relación de aspecto de los puntos de referencia palpebrales para verificar movimiento natural.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Análisis de Micro-Textura y Calidad: Detecta patrones de reflejo, bordes de pantallas o impresiones fotográficas fijas.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Prevención de Falsificación: Rechaza el marcaje de asistencia si el algoritmo de liveness no confirma la presencia de una persona viva frente a la cámara.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Indicador de Confianza: Inserción en la tabla asistencias del atributo liveness=True y el valor exacto de confianza_facial.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PERSONA 2 — CHECK-IN Y REGLAS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Endpoint de Asistencia en Vivo (Check-in)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Flujo del Endpoint POST /api/attendance/register-face: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1. Captura de Frame WebCam desde la vista del Profesor o Alumno.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2. Identificación del estudiante por match biométrico contra los alumnos matriculados en la sesión activa.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3. Validación de Horario y Tolerancia: Clasificación automática entre PRESENTE (dentro de tolerancia de 15m) o TARDANZA.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4. Control Estricto de Duplicados: Rechaza marcaciones repetidas en la misma sesión notificando con respuesta HTTP 400 Bad Request.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5. Inserción Transaccional: Registro con metodo_registro='FACIAL' y timestamp exacto.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PERSONA 3 — ESTADÍSTICA Y ECUACIONES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Fundamentos Estadísticos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Ecuaciones Estadísticas Integradas: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Media de Asistencia: x̄ = (∑ x_i) / n — Mide el nivel promedio de puntualidad institucional.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Mediana de Distribución: Md = Valor central ordenado de inasistencias por curso.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Posición de Alumnos (Percentiles): P_k = k(n+1)/100 — Ubica a los alumnos según su nivel de asistencia comparativo.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Tasa de Inasistencia acumulada: % Faltas = (Sesiones Ausentes / Sesiones Totales) * 100.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API Analítica (GET /api/analytics/dashboard): Retorna estas métricas consolidadas en formato JSON para los gráficos.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PERSONA 3 — MACHINE LEARNING &amp;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Modelo de Machine Learning Predictivo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Entrenamiento y Predicción de Riesgo de Inhabilitación: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Algoritmo de Clasificación: Random Forest Classifier / Logistic Regression implementado con Scikit-Learn.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Ingeniería de Características (Features): Historial de asistencias, tardanzas acumuladas, día de la semana y rendimiento por asignatura.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Serialización de Inferencia: Modelo exportado en archivo binario '.joblib' para inferencia inmediata en FastAPI.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Alerta Temprana Art. 42: Predice automáticamente qué alumnos superarán el límite del 30% de inasistencias antes de finalizar el ciclo.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PERSONA 3 — MÉTRICAS DEL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Métricas de Evaluación del Modelo ML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Resultados Reales Obtenidos en Evaluación: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Accuracy (Exactitud Global): ~94.2% — Alta precisión general en la clasificación de alumnos regulares vs en riesgo.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Precision (Precisión de Alerta): ~92.5% — Minimiza los falsos positivos (evita alertar erróneamente a alumnos puntuales).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Recall (Sensibilidad de Detección): ~95.0% — Identifica eficazmente a la gran mayoría de alumnos que realmente van a desertar.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F1-Score (Balance Armónico): ~93.7% — Garantiza el equilibrio óptimo entre precisión y cobertura de alertas.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PERSONA 4 — PROBLEMA REAL &amp;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Problemática Real y Solución Desarrollada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Transformación Digital del Control de Asistencia: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Problema Tradicional: Pérdida de tiempo lectivo al tomar asistencia en papel, errores en plantillas Excel manuales y falta de visibilidad para los alumnos.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Solución Automatizada: Sistema web en tiempo real que reduce el tiempo de marcación de 15 minutos a 2 segundos mediante IA.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Dashboards Adaptados por Rol: Vista especializada para Administradores (auditoría), Profesores (marcado y reportes) y Estudiantes (seguimiento).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Desacoplamiento de Licencias: Arquitectura 100% libre basada en MySQL y FastAPI sin costos por licencias SaaS o Supabase.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PERSONA 4 — INTERFAZ Y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Dashboards SPA (Profesor, Estudiante, Admin)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Diseño UI/UX Móvil y Desktop Integrado: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Dashboard Administrador: Gestión de usuarios, calibración de umbrales biométricos, logs de auditoría y configuración global.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Dashboard Profesor: Control de asistencia por curso, apertura de sesiones de clase y descarga instantánea de reportes en Excel/PDF.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Dashboard Estudiante: Consulta interactiva del porcentaje de asistencia por asignatura, calendario de clases y estado de inhabilitación.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Diseño Moderno: Glassmorphism, paleta visual accesible y componentes responsive sin recargar la página.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PERSONA 4 — CHATBOT &amp; REPORTES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Chatbot con Voz y Reportes Excel /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Asistente Virtual Contextual Seguro: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Seguridad por Scope (JWT): Garantiza que un estudiante solo consulte sus datos propios y un profesor solo los datos de sus asignaturas.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Reconocimiento de Voz (STT): Botón de micrófono interactivo integrado con Web Speech API para consultas dictadas.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Respuesta por Voz (TTS): Lectura hablada automática de las respuestas del asistente virtual.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Generación Binaria de Reportes (POST /api/reports/attendance): Descarga directa de archivos (.xlsx) con OpenPyXL y (.pdf) con ReportLab.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PERSONA 4 — CASO EMPRESARIAL Y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Modo Adaptable a Empresas y 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Versatilidad Corporativa y Conclusiones: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Modo Empresa / Multirubro: Permite conmutar la terminología del sistema entre Educación (Profesor/Estudiante/Curso) y Empresa (Supervisor/Colaborador/Área).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Escalabilidad Institucional: Diseñado para soportar múltiples turnos, marcación por sedes y auditoría completa de accesos.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Conclusión 1: Se logró desacoplar 100% de Supabase migrando a una arquitectura rentable y soberana en MySQL.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Conclusión 2: La integración de IA facial + Liveness + Chatbot con voz revoluciona el control de asistencia institucional.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